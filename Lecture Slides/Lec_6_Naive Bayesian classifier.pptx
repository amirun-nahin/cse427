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00" autoAdjust="0"/>
    <p:restoredTop sz="88327" autoAdjust="0"/>
  </p:normalViewPr>
  <p:slideViewPr>
    <p:cSldViewPr snapToGrid="0">
      <p:cViewPr varScale="1">
        <p:scale>
          <a:sx n="61" d="100"/>
          <a:sy n="61" d="100"/>
        </p:scale>
        <p:origin x="1098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E280E7-BF39-11DE-2A82-3CD26978303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03D0CCA-AB9C-45F7-532F-3C4A9270885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CC838E2-B810-0E66-E92D-E19F0861F2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6529C7-74CC-4D74-BFAC-755D4E4089A2}" type="datetimeFigureOut">
              <a:rPr lang="en-US" smtClean="0"/>
              <a:t>22-Oct-25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F600B82-5F98-C883-CC16-6564CC7CB6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05C72ED-CDF7-6F42-4F72-2DF6FC28A6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E00700-E0B0-42D1-AF9D-9A1F7D4528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331988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08C803-1F6B-A066-F25E-0CEEAA97BD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7C1A649-27F7-E5FF-3488-082BFACE4BD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175F6EE-77E4-82C0-32FD-583F1C9326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6529C7-74CC-4D74-BFAC-755D4E4089A2}" type="datetimeFigureOut">
              <a:rPr lang="en-US" smtClean="0"/>
              <a:t>22-Oct-25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D3F8DE3-D9D0-BBD5-2FB2-D1B8407FF2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4F3E76A-8246-55C4-5CAC-D21535CD44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E00700-E0B0-42D1-AF9D-9A1F7D4528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869943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BBB574-A331-DD89-90E9-F3FF802195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5CA4E80-39AC-63AB-9FEB-D234E212D11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B10D125-FA4F-71AB-D598-0353F01204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6529C7-74CC-4D74-BFAC-755D4E4089A2}" type="datetimeFigureOut">
              <a:rPr lang="en-US" smtClean="0"/>
              <a:t>22-Oct-25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DD6166E-A152-1CAB-91AD-775B74EF6C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DDA9BD8-519E-2712-E3F0-210879532A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E00700-E0B0-42D1-AF9D-9A1F7D4528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54964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7474AE-C7EA-960E-D0CF-0E92CB231E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B1DC5E0-D656-600F-5F08-969385E7A65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0FADF93-1914-E507-C2E8-53150878CA3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2CC9B09-755E-8FC1-E224-EB44CEA9E3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6529C7-74CC-4D74-BFAC-755D4E4089A2}" type="datetimeFigureOut">
              <a:rPr lang="en-US" smtClean="0"/>
              <a:t>22-Oct-25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13A3598-E036-4D18-F14F-6D23C1BBCD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988372F-749A-500B-36BD-6096E1FCF6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E00700-E0B0-42D1-AF9D-9A1F7D4528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809646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68AAF0-6D28-83B6-B5ED-F55333A344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6AB254A-6EDC-6176-A070-D6F41FE64AE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D901ED5-97C3-13AB-D4A8-66AB0DF8061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D7FAD3E-B832-6D3C-BA60-03C0E71C447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0713AEE-AC8A-DF8A-80FA-ADD1E75EADB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D106228-BAD9-5E82-AEE1-630EE079E9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6529C7-74CC-4D74-BFAC-755D4E4089A2}" type="datetimeFigureOut">
              <a:rPr lang="en-US" smtClean="0"/>
              <a:t>22-Oct-25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A68C7BF-0817-E549-E4EA-98601D1490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D3932F5-157C-272C-3514-AFF35F6AFF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E00700-E0B0-42D1-AF9D-9A1F7D4528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149407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F46A1D-F286-594E-9177-C5F2CD81AD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6C5886E-0CA2-8D64-0405-5190D6A672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6529C7-74CC-4D74-BFAC-755D4E4089A2}" type="datetimeFigureOut">
              <a:rPr lang="en-US" smtClean="0"/>
              <a:t>22-Oct-25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500F589-D0AF-A0F3-2116-CA863C1CFF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BFFA451-36E6-9EEC-0E92-0F8C2F05F3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E00700-E0B0-42D1-AF9D-9A1F7D4528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472122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72C0323-2742-B0C2-3C1C-17424076FD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6529C7-74CC-4D74-BFAC-755D4E4089A2}" type="datetimeFigureOut">
              <a:rPr lang="en-US" smtClean="0"/>
              <a:t>22-Oct-25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C2A9784-F753-9285-09AE-7AD554A076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9B5228A-8E0E-A322-20CE-B040F37D98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E00700-E0B0-42D1-AF9D-9A1F7D4528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965620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635498-6395-7CC7-685F-FAE0B5ADFA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262DEA-BBA1-33D5-1D2B-F16E8928B91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2A91C66-10CD-2582-FF08-2DC53C7ECAA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EAEA9A9-63B0-7B81-2A4A-A5BA6017DD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6529C7-74CC-4D74-BFAC-755D4E4089A2}" type="datetimeFigureOut">
              <a:rPr lang="en-US" smtClean="0"/>
              <a:t>22-Oct-25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38DCE81-B6C0-A45E-FA4F-E1A689562F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C80953C-6151-8985-DAD7-8118934E0B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E00700-E0B0-42D1-AF9D-9A1F7D4528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310457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032852-B5D9-2574-DF7F-109846AE24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B04BA42-6F12-C5D2-D927-3AE5A6A064B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0A90C25-5D7E-6BA8-A00C-957013F4E45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88D3494-891F-5CB4-86E8-B28E165A65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6529C7-74CC-4D74-BFAC-755D4E4089A2}" type="datetimeFigureOut">
              <a:rPr lang="en-US" smtClean="0"/>
              <a:t>22-Oct-25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F702D6B-88EB-6187-7C23-CCEFEB9243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6B7645C-A7FF-3B26-9527-1E67B90AB4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E00700-E0B0-42D1-AF9D-9A1F7D4528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593032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175715-C4EC-2277-1AD3-88F2B5B846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4111E03-1269-9079-A6B5-575F86143A8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A49FA43-3694-5004-1026-881A0F2DF4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6529C7-74CC-4D74-BFAC-755D4E4089A2}" type="datetimeFigureOut">
              <a:rPr lang="en-US" smtClean="0"/>
              <a:t>22-Oct-25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EE2F84F-8959-A84D-A159-8DE62A50A7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DCB8EFC-DEA9-1EA9-BC35-85D043FACA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E00700-E0B0-42D1-AF9D-9A1F7D4528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70941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046F76F-3901-D1B1-F7E9-1343DDDD38F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C5FF2F7-F249-2743-C9B3-8016B5AE73C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18A0C0-0D9E-3248-8C5E-43B93841EB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6529C7-74CC-4D74-BFAC-755D4E4089A2}" type="datetimeFigureOut">
              <a:rPr lang="en-US" smtClean="0"/>
              <a:t>22-Oct-25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8646200-3B44-AEED-2FD5-DCE70D0FAE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2B43815-8E98-F730-60A8-95374F8329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E00700-E0B0-42D1-AF9D-9A1F7D4528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21345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71F107B-DCC2-B1CB-B6D4-5585CB8911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378DDE2-6222-F220-CE80-3C2CA9BBA89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DFE1F71-0455-0787-92F2-CD9C1C46176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F6529C7-74CC-4D74-BFAC-755D4E4089A2}" type="datetimeFigureOut">
              <a:rPr lang="en-US" smtClean="0"/>
              <a:t>22-Oct-25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992CE38-516A-0EE1-1F91-C194E579D30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FC11AA5-B1F2-3CE8-22EE-C1FBA47F4E3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6E00700-E0B0-42D1-AF9D-9A1F7D4528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21139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D2E393E1-D921-6607-CF7F-BE6743EFB5A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04925" y="2009775"/>
            <a:ext cx="9582150" cy="28384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6168259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910825D-5D47-99EC-B073-E2028261450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72014" y="674556"/>
            <a:ext cx="7047972" cy="56812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6439049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475C3FE-DB6A-4CD1-6A15-9D8459870E4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5825" y="85725"/>
            <a:ext cx="10866464" cy="6686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273193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0E2A79D-58A8-08BE-128C-AADF8A5E691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6300" y="190500"/>
            <a:ext cx="10439400" cy="6477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9767311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60BD525-683A-8D93-66A3-A46C166AEC6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2458" y="135067"/>
            <a:ext cx="5153962" cy="3777366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2CDAAADF-EFD4-5A8A-98F4-E5F53EB11A7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66675" y="135066"/>
            <a:ext cx="6822867" cy="67229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814075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E80D47D-36B8-B833-51ED-85925B0E00A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19225" y="495300"/>
            <a:ext cx="9353550" cy="5867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2343745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A869B8B-95D2-B911-69EE-116E3990F79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3950" y="276225"/>
            <a:ext cx="9944100" cy="6305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500648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E37854A-BDD6-5725-165D-CEA59EFFCFA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0600" y="239843"/>
            <a:ext cx="10210800" cy="60710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6751521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A5E7009-7AD2-A5F6-F413-103E9A72098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9793" y="447675"/>
            <a:ext cx="9772650" cy="59626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9873762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BCDB4C1-1F59-8AE9-F3C7-09E35C0CF0D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9067" y="187221"/>
            <a:ext cx="8915400" cy="390525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2498EF5E-A198-AEA2-C052-0D3701256D59}"/>
              </a:ext>
            </a:extLst>
          </p:cNvPr>
          <p:cNvSpPr txBox="1"/>
          <p:nvPr/>
        </p:nvSpPr>
        <p:spPr>
          <a:xfrm>
            <a:off x="469067" y="4422098"/>
            <a:ext cx="11058369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P(Yes |O = S, T = H, Hm = H, W = S) = P ( O = S | Yes) P( T = h| yes) P(Hm = h |  Yes) P(W = </a:t>
            </a:r>
            <a:r>
              <a:rPr lang="en-US" sz="2000" dirty="0" err="1"/>
              <a:t>S|Yes</a:t>
            </a:r>
            <a:r>
              <a:rPr lang="en-US" sz="2000" dirty="0"/>
              <a:t>) P(Yrs)</a:t>
            </a:r>
          </a:p>
          <a:p>
            <a:r>
              <a:rPr lang="en-US" sz="2000" dirty="0"/>
              <a:t>                                                        =    2/9 * 2/9*3/9*2/9 * 9/14 = 0.033</a:t>
            </a:r>
          </a:p>
          <a:p>
            <a:endParaRPr lang="en-US" sz="2000" dirty="0"/>
          </a:p>
          <a:p>
            <a:r>
              <a:rPr lang="en-US" sz="2000" dirty="0"/>
              <a:t>P(No| O = S, T = H, Hm = H, W = S) = P ( O = S | No) P( T = h| No) P(Hm = h |  No) P(W = </a:t>
            </a:r>
            <a:r>
              <a:rPr lang="en-US" sz="2000" dirty="0" err="1"/>
              <a:t>S|No</a:t>
            </a:r>
            <a:r>
              <a:rPr lang="en-US" sz="2000" dirty="0"/>
              <a:t>) P(No)</a:t>
            </a:r>
          </a:p>
          <a:p>
            <a:r>
              <a:rPr lang="en-US" sz="2000" dirty="0"/>
              <a:t>                                                        =    3/5 * 2/5*4/5*2/5*5/14 = 0.027</a:t>
            </a:r>
          </a:p>
          <a:p>
            <a:endParaRPr lang="en-US" sz="2000" dirty="0"/>
          </a:p>
          <a:p>
            <a:r>
              <a:rPr lang="en-US" sz="2000" dirty="0"/>
              <a:t>The prediction is Yes</a:t>
            </a:r>
          </a:p>
          <a:p>
            <a:endParaRPr lang="en-US" sz="2000" dirty="0"/>
          </a:p>
          <a:p>
            <a:r>
              <a:rPr lang="en-US" sz="2000" dirty="0"/>
              <a:t>                                              </a:t>
            </a:r>
          </a:p>
        </p:txBody>
      </p:sp>
    </p:spTree>
    <p:extLst>
      <p:ext uri="{BB962C8B-B14F-4D97-AF65-F5344CB8AC3E}">
        <p14:creationId xmlns:p14="http://schemas.microsoft.com/office/powerpoint/2010/main" val="146116822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2D7C8A2-B6C8-5077-6E7A-17A423214A5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6325" y="57150"/>
            <a:ext cx="10039350" cy="6743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8210441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FDF3D96-BAFD-654C-BE14-8B6704123EA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5060" y="237501"/>
            <a:ext cx="9563100" cy="148094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A1E17A59-B4FF-79B6-4431-9055832B4782}"/>
              </a:ext>
            </a:extLst>
          </p:cNvPr>
          <p:cNvSpPr txBox="1"/>
          <p:nvPr/>
        </p:nvSpPr>
        <p:spPr>
          <a:xfrm>
            <a:off x="1034320" y="1762110"/>
            <a:ext cx="8913839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 err="1"/>
              <a:t>Classsify</a:t>
            </a:r>
            <a:r>
              <a:rPr lang="en-US" sz="2000" dirty="0"/>
              <a:t> Outlook  = Sunny, Temp = 25, Humidity = High and Wind = Strong</a:t>
            </a:r>
          </a:p>
          <a:p>
            <a:endParaRPr lang="en-US" sz="2000" dirty="0"/>
          </a:p>
          <a:p>
            <a:r>
              <a:rPr lang="en-US" sz="2000" dirty="0"/>
              <a:t>P( Temp = 25 | yes) = 0.061</a:t>
            </a:r>
          </a:p>
          <a:p>
            <a:endParaRPr lang="en-US" sz="2000" dirty="0"/>
          </a:p>
          <a:p>
            <a:r>
              <a:rPr lang="en-US" sz="2000" dirty="0"/>
              <a:t>P( Temp = 25 } No) = 0.055</a:t>
            </a:r>
          </a:p>
          <a:p>
            <a:endParaRPr lang="en-US" sz="20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D5D1DD5-12E3-DEAF-12A7-E3C71737F770}"/>
              </a:ext>
            </a:extLst>
          </p:cNvPr>
          <p:cNvSpPr txBox="1"/>
          <p:nvPr/>
        </p:nvSpPr>
        <p:spPr>
          <a:xfrm>
            <a:off x="385060" y="3686631"/>
            <a:ext cx="11004031" cy="24929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/>
              <a:t>P(Yes |O = S, T = 25, Hm = H, W = S) = P ( O = S | Yes) P( T = 25| yes) P(Hm = h |  Yes) P(W = S | Yes) P(Yes)</a:t>
            </a:r>
          </a:p>
          <a:p>
            <a:r>
              <a:rPr lang="en-US" sz="2000" dirty="0"/>
              <a:t>                                                        =    2/9 * 0.061*3/9*2/9 * 9/14 = 0.0006</a:t>
            </a:r>
          </a:p>
          <a:p>
            <a:endParaRPr lang="en-US" dirty="0"/>
          </a:p>
          <a:p>
            <a:endParaRPr lang="en-US" sz="1800" dirty="0"/>
          </a:p>
          <a:p>
            <a:r>
              <a:rPr lang="en-US" sz="2000" dirty="0"/>
              <a:t>P(No| O = S, T = 25, Hm = H, W = S) = P ( O = S | No) P( T = 25| No) P(Hm = h |  No) P(W = </a:t>
            </a:r>
            <a:r>
              <a:rPr lang="en-US" sz="2000" dirty="0" err="1"/>
              <a:t>S|No</a:t>
            </a:r>
            <a:r>
              <a:rPr lang="en-US" sz="2000" dirty="0"/>
              <a:t>) P(No)</a:t>
            </a:r>
          </a:p>
          <a:p>
            <a:r>
              <a:rPr lang="en-US" sz="2000" dirty="0"/>
              <a:t>                                                        =    3/5 * 0.055*4/5*2/5*5/14 = 0.004</a:t>
            </a:r>
          </a:p>
          <a:p>
            <a:endParaRPr lang="en-US" sz="2000" dirty="0"/>
          </a:p>
          <a:p>
            <a:r>
              <a:rPr lang="en-US" sz="2000" dirty="0"/>
              <a:t>Prediction is No</a:t>
            </a:r>
          </a:p>
        </p:txBody>
      </p:sp>
    </p:spTree>
    <p:extLst>
      <p:ext uri="{BB962C8B-B14F-4D97-AF65-F5344CB8AC3E}">
        <p14:creationId xmlns:p14="http://schemas.microsoft.com/office/powerpoint/2010/main" val="305169100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0ED0B18-4204-8988-3FA3-A1F43828110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2246" y="0"/>
            <a:ext cx="10027508" cy="66215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900480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64</TotalTime>
  <Words>304</Words>
  <Application>Microsoft Office PowerPoint</Application>
  <PresentationFormat>Widescreen</PresentationFormat>
  <Paragraphs>22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7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Administrator</dc:creator>
  <cp:lastModifiedBy>Administrator</cp:lastModifiedBy>
  <cp:revision>2</cp:revision>
  <dcterms:created xsi:type="dcterms:W3CDTF">2025-10-22T10:05:23Z</dcterms:created>
  <dcterms:modified xsi:type="dcterms:W3CDTF">2025-10-22T11:09:51Z</dcterms:modified>
</cp:coreProperties>
</file>