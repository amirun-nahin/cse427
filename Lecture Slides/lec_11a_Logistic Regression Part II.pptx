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35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15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6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9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9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6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4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77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9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4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67D55-BABB-4D8D-B280-3278D9A72EAC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1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 Part II</a:t>
            </a:r>
          </a:p>
        </p:txBody>
      </p:sp>
    </p:spTree>
    <p:extLst>
      <p:ext uri="{BB962C8B-B14F-4D97-AF65-F5344CB8AC3E}">
        <p14:creationId xmlns:p14="http://schemas.microsoft.com/office/powerpoint/2010/main" val="1626472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23" y="1703530"/>
            <a:ext cx="10248486" cy="34118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461" y="5161308"/>
            <a:ext cx="8587201" cy="13852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1" y="711052"/>
            <a:ext cx="106603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We have k classes. In the training set for a particular example X, it belongs to only one class </a:t>
            </a:r>
            <a:r>
              <a:rPr lang="en-US" sz="2000" dirty="0" err="1"/>
              <a:t>Yc</a:t>
            </a:r>
            <a:r>
              <a:rPr lang="en-US" sz="2000" dirty="0"/>
              <a:t>. </a:t>
            </a:r>
          </a:p>
          <a:p>
            <a:r>
              <a:rPr lang="en-US" sz="2000" dirty="0"/>
              <a:t>So </a:t>
            </a:r>
            <a:r>
              <a:rPr lang="en-US" sz="2000" dirty="0" err="1"/>
              <a:t>yc</a:t>
            </a:r>
            <a:r>
              <a:rPr lang="en-US" sz="2000" dirty="0"/>
              <a:t> = 1 and </a:t>
            </a:r>
            <a:r>
              <a:rPr lang="en-US" sz="2000" dirty="0" err="1"/>
              <a:t>Yj</a:t>
            </a:r>
            <a:r>
              <a:rPr lang="en-US" sz="2000" dirty="0"/>
              <a:t> = 0 for all  j not equal to c.  Y looks like [0,0,0,..1, 0,0,0].  This is called one hot vector. </a:t>
            </a:r>
          </a:p>
        </p:txBody>
      </p:sp>
    </p:spTree>
    <p:extLst>
      <p:ext uri="{BB962C8B-B14F-4D97-AF65-F5344CB8AC3E}">
        <p14:creationId xmlns:p14="http://schemas.microsoft.com/office/powerpoint/2010/main" val="2892903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53" y="1085435"/>
            <a:ext cx="4248150" cy="552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010" y="1550715"/>
            <a:ext cx="3752850" cy="5143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662" y="2097369"/>
            <a:ext cx="4543425" cy="1762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53878" y="1113184"/>
            <a:ext cx="640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applying </a:t>
            </a:r>
            <a:r>
              <a:rPr lang="en-US" dirty="0" err="1"/>
              <a:t>softmax</a:t>
            </a:r>
            <a:r>
              <a:rPr lang="en-US" dirty="0"/>
              <a:t> function the probabilities of the classes 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45703" y="3938635"/>
            <a:ext cx="844163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Each row k of  W corresponds to the vector of weights Wk. W thus has shape [K × f ], for K the number of output classes and f the number of input features. The bias vector b has one value for each of the K output classes. If we represent the weights in this way, we can compute yˆ, the vector of output probabilities for each of the K classes, by a single matrix multiplication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7581" y="5974288"/>
            <a:ext cx="31248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yˆ = </a:t>
            </a:r>
            <a:r>
              <a:rPr lang="en-US" sz="2400" dirty="0" err="1"/>
              <a:t>softmax</a:t>
            </a:r>
            <a:r>
              <a:rPr lang="en-US" sz="2400" dirty="0"/>
              <a:t> (</a:t>
            </a:r>
            <a:r>
              <a:rPr lang="en-US" sz="2400" dirty="0" err="1"/>
              <a:t>Wx+b</a:t>
            </a:r>
            <a:r>
              <a:rPr lang="en-US" sz="24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82332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036" y="437323"/>
            <a:ext cx="9010443" cy="618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559" y="801341"/>
            <a:ext cx="6591300" cy="590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012" y="1596268"/>
            <a:ext cx="7419975" cy="3068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675" y="4890674"/>
            <a:ext cx="59626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20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010369"/>
            <a:ext cx="9372600" cy="31509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4272175"/>
            <a:ext cx="9391650" cy="2353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44346" y="280697"/>
            <a:ext cx="5230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Stochastic vs </a:t>
            </a:r>
            <a:r>
              <a:rPr lang="en-US" sz="2800" dirty="0" err="1"/>
              <a:t>Minibatch</a:t>
            </a:r>
            <a:r>
              <a:rPr lang="en-US" sz="2800" dirty="0"/>
              <a:t> processing</a:t>
            </a:r>
          </a:p>
        </p:txBody>
      </p:sp>
    </p:spTree>
    <p:extLst>
      <p:ext uri="{BB962C8B-B14F-4D97-AF65-F5344CB8AC3E}">
        <p14:creationId xmlns:p14="http://schemas.microsoft.com/office/powerpoint/2010/main" val="2956329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E0DA7F-1C27-F8F8-7300-AD86E8DA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124"/>
            <a:ext cx="12192000" cy="617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38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4ADCA2-D3D6-1826-AFC5-63F796916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4" y="273843"/>
            <a:ext cx="11762509" cy="631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76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FDD53-C33D-A56F-A6F4-7DF215BD6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6" y="163187"/>
            <a:ext cx="11956473" cy="3040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1A5681-E49E-EA5B-FC5A-06F61EF21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6001"/>
            <a:ext cx="12192000" cy="345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565895-CE2B-45BB-3C37-F9BCA070C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073"/>
            <a:ext cx="12192000" cy="637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07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13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167</Words>
  <Application>Microsoft Office PowerPoint</Application>
  <PresentationFormat>Widescreen</PresentationFormat>
  <Paragraphs>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Logistic Regression Part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 Part II</dc:title>
  <dc:creator>rahman.mofizur@bracu.ac.bd</dc:creator>
  <cp:lastModifiedBy>Administrator</cp:lastModifiedBy>
  <cp:revision>10</cp:revision>
  <dcterms:created xsi:type="dcterms:W3CDTF">2025-03-09T05:46:46Z</dcterms:created>
  <dcterms:modified xsi:type="dcterms:W3CDTF">2025-11-05T16:27:05Z</dcterms:modified>
</cp:coreProperties>
</file>