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/Z6tVCxo/VLGpm1VU7T/U46p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Introduction to Neural Network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243" y="-254830"/>
            <a:ext cx="11407514" cy="40868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576373A-0624-5BF1-6F57-750D7D5EE2EB}"/>
              </a:ext>
            </a:extLst>
          </p:cNvPr>
          <p:cNvSpPr/>
          <p:nvPr/>
        </p:nvSpPr>
        <p:spPr>
          <a:xfrm>
            <a:off x="4691921" y="4916774"/>
            <a:ext cx="899410" cy="83944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23B4F1-AB13-B56A-17F8-A7EFCA8B3C3D}"/>
              </a:ext>
            </a:extLst>
          </p:cNvPr>
          <p:cNvCxnSpPr/>
          <p:nvPr/>
        </p:nvCxnSpPr>
        <p:spPr>
          <a:xfrm>
            <a:off x="3882452" y="4512039"/>
            <a:ext cx="809469" cy="554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953E25-59D0-3D18-C38C-800FFF27B985}"/>
              </a:ext>
            </a:extLst>
          </p:cNvPr>
          <p:cNvCxnSpPr/>
          <p:nvPr/>
        </p:nvCxnSpPr>
        <p:spPr>
          <a:xfrm>
            <a:off x="3447738" y="4916774"/>
            <a:ext cx="1094282" cy="359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6633AF-59EB-BBC1-C824-3CCDDCD1488B}"/>
              </a:ext>
            </a:extLst>
          </p:cNvPr>
          <p:cNvCxnSpPr/>
          <p:nvPr/>
        </p:nvCxnSpPr>
        <p:spPr>
          <a:xfrm>
            <a:off x="3162925" y="5381469"/>
            <a:ext cx="1379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53AC2F-0952-CBC2-6D2A-24E68A0CE558}"/>
              </a:ext>
            </a:extLst>
          </p:cNvPr>
          <p:cNvCxnSpPr/>
          <p:nvPr/>
        </p:nvCxnSpPr>
        <p:spPr>
          <a:xfrm flipV="1">
            <a:off x="3297836" y="5561351"/>
            <a:ext cx="1244184" cy="554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A4518C-FC26-A806-C12A-DA1BF72F5160}"/>
              </a:ext>
            </a:extLst>
          </p:cNvPr>
          <p:cNvCxnSpPr/>
          <p:nvPr/>
        </p:nvCxnSpPr>
        <p:spPr>
          <a:xfrm flipV="1">
            <a:off x="4092315" y="5756223"/>
            <a:ext cx="599606" cy="7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58EAFF-7776-7041-2B8D-AFBD7E96868C}"/>
              </a:ext>
            </a:extLst>
          </p:cNvPr>
          <p:cNvCxnSpPr>
            <a:stCxn id="2" idx="6"/>
          </p:cNvCxnSpPr>
          <p:nvPr/>
        </p:nvCxnSpPr>
        <p:spPr>
          <a:xfrm>
            <a:off x="5591331" y="5336499"/>
            <a:ext cx="1274164" cy="4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D01E0C-8BF1-BB24-29FA-9D2ED6364B0E}"/>
              </a:ext>
            </a:extLst>
          </p:cNvPr>
          <p:cNvSpPr txBox="1"/>
          <p:nvPr/>
        </p:nvSpPr>
        <p:spPr>
          <a:xfrm>
            <a:off x="3514303" y="424173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1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7E2AED-8F98-7BCD-FBF9-DBBDFD858ADE}"/>
              </a:ext>
            </a:extLst>
          </p:cNvPr>
          <p:cNvSpPr txBox="1"/>
          <p:nvPr/>
        </p:nvSpPr>
        <p:spPr>
          <a:xfrm>
            <a:off x="3162925" y="475188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2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E65EED-BC1D-E232-4D49-16B79E8352E4}"/>
              </a:ext>
            </a:extLst>
          </p:cNvPr>
          <p:cNvSpPr txBox="1"/>
          <p:nvPr/>
        </p:nvSpPr>
        <p:spPr>
          <a:xfrm>
            <a:off x="2863121" y="523156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i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20098-92CE-4ACC-3A6B-B87D24EFB378}"/>
              </a:ext>
            </a:extLst>
          </p:cNvPr>
          <p:cNvSpPr txBox="1"/>
          <p:nvPr/>
        </p:nvSpPr>
        <p:spPr>
          <a:xfrm>
            <a:off x="3835402" y="652072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n</a:t>
            </a: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A95DF-0B99-1B42-6A4B-057FBA9B9952}"/>
              </a:ext>
            </a:extLst>
          </p:cNvPr>
          <p:cNvSpPr txBox="1"/>
          <p:nvPr/>
        </p:nvSpPr>
        <p:spPr>
          <a:xfrm>
            <a:off x="4287186" y="456498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</a:t>
            </a:r>
            <a:r>
              <a:rPr lang="en-US" sz="1800" baseline="-25000" dirty="0"/>
              <a:t>1j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D62C9-1E78-2C09-A3C2-1E1B13A6FA23}"/>
              </a:ext>
            </a:extLst>
          </p:cNvPr>
          <p:cNvSpPr txBox="1"/>
          <p:nvPr/>
        </p:nvSpPr>
        <p:spPr>
          <a:xfrm>
            <a:off x="3835402" y="481583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</a:t>
            </a:r>
            <a:r>
              <a:rPr lang="en-US" sz="1800" baseline="-25000" dirty="0"/>
              <a:t>2j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D2E06E-7949-0CC1-3C9B-8EE9FB177708}"/>
              </a:ext>
            </a:extLst>
          </p:cNvPr>
          <p:cNvSpPr txBox="1"/>
          <p:nvPr/>
        </p:nvSpPr>
        <p:spPr>
          <a:xfrm>
            <a:off x="3514303" y="52915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wij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6DE479-5D51-41C7-B57D-2F93555076F0}"/>
              </a:ext>
            </a:extLst>
          </p:cNvPr>
          <p:cNvSpPr txBox="1"/>
          <p:nvPr/>
        </p:nvSpPr>
        <p:spPr>
          <a:xfrm>
            <a:off x="4347150" y="611598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w</a:t>
            </a:r>
            <a:r>
              <a:rPr lang="en-US" sz="1800" baseline="-25000" dirty="0" err="1"/>
              <a:t>nj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62B0DF-184B-42A2-1288-89B8015E240C}"/>
              </a:ext>
            </a:extLst>
          </p:cNvPr>
          <p:cNvSpPr txBox="1"/>
          <p:nvPr/>
        </p:nvSpPr>
        <p:spPr>
          <a:xfrm>
            <a:off x="4961745" y="5186601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</a:t>
            </a:r>
            <a:r>
              <a:rPr lang="en-US" sz="1800" baseline="-25000" dirty="0"/>
              <a:t>0j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CA613B-934A-663A-BD3D-048459F9EC4E}"/>
              </a:ext>
            </a:extLst>
          </p:cNvPr>
          <p:cNvSpPr txBox="1"/>
          <p:nvPr/>
        </p:nvSpPr>
        <p:spPr>
          <a:xfrm>
            <a:off x="6671371" y="4564986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In</a:t>
            </a:r>
            <a:r>
              <a:rPr lang="en-US" sz="2000" baseline="-25000" dirty="0" err="1"/>
              <a:t>j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03FD07-740B-2D00-D7B3-8A8F27530F75}"/>
              </a:ext>
            </a:extLst>
          </p:cNvPr>
          <p:cNvSpPr txBox="1"/>
          <p:nvPr/>
        </p:nvSpPr>
        <p:spPr>
          <a:xfrm>
            <a:off x="6984669" y="4586992"/>
            <a:ext cx="5041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= a1w</a:t>
            </a:r>
            <a:r>
              <a:rPr lang="en-US" sz="2000" baseline="-25000" dirty="0"/>
              <a:t>1j </a:t>
            </a:r>
            <a:r>
              <a:rPr lang="en-US" sz="2000" dirty="0"/>
              <a:t>+ a2w</a:t>
            </a:r>
            <a:r>
              <a:rPr lang="en-US" sz="2000" baseline="-25000" dirty="0"/>
              <a:t>2j</a:t>
            </a:r>
            <a:r>
              <a:rPr lang="en-US" sz="2000" dirty="0"/>
              <a:t> + …….+ </a:t>
            </a:r>
            <a:r>
              <a:rPr lang="en-US" sz="2000" dirty="0" err="1"/>
              <a:t>aiw</a:t>
            </a:r>
            <a:r>
              <a:rPr lang="en-US" sz="2000" baseline="-25000" dirty="0" err="1"/>
              <a:t>ij</a:t>
            </a:r>
            <a:r>
              <a:rPr lang="en-US" sz="2000" baseline="-25000" dirty="0"/>
              <a:t> </a:t>
            </a:r>
            <a:r>
              <a:rPr lang="en-US" sz="2000" dirty="0"/>
              <a:t>+  ……+</a:t>
            </a:r>
            <a:r>
              <a:rPr lang="en-US" sz="2000" dirty="0" err="1"/>
              <a:t>anw</a:t>
            </a:r>
            <a:r>
              <a:rPr lang="en-US" sz="2000" baseline="-25000" dirty="0" err="1"/>
              <a:t>nj</a:t>
            </a:r>
            <a:endParaRPr lang="en-US" sz="2000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D9AAE3-373C-1FC0-B9E1-9B04E24170D3}"/>
              </a:ext>
            </a:extLst>
          </p:cNvPr>
          <p:cNvSpPr txBox="1"/>
          <p:nvPr/>
        </p:nvSpPr>
        <p:spPr>
          <a:xfrm>
            <a:off x="6600671" y="5667239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a</a:t>
            </a:r>
            <a:r>
              <a:rPr lang="en-US" sz="2000" baseline="-25000" dirty="0" err="1"/>
              <a:t>j</a:t>
            </a:r>
            <a:endParaRPr lang="en-US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297A25-F662-50DF-46BA-D834B615D0AE}"/>
              </a:ext>
            </a:extLst>
          </p:cNvPr>
          <p:cNvSpPr txBox="1"/>
          <p:nvPr/>
        </p:nvSpPr>
        <p:spPr>
          <a:xfrm>
            <a:off x="7107709" y="5681273"/>
            <a:ext cx="1128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= g (</a:t>
            </a:r>
            <a:r>
              <a:rPr lang="en-US" sz="2000" dirty="0" err="1"/>
              <a:t>In</a:t>
            </a:r>
            <a:r>
              <a:rPr lang="en-US" sz="2000" baseline="-25000" dirty="0" err="1"/>
              <a:t>j</a:t>
            </a:r>
            <a:r>
              <a:rPr lang="en-US" sz="2000" dirty="0"/>
              <a:t> 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0"/>
            <a:ext cx="121729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117025" y="101821"/>
            <a:ext cx="9264000" cy="6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Feedforward neural network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graph. Only forward connection, no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loop. Output depends on current input and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 of the network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Recurrent neural network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connection is available. Output depends 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and previous state. Suitable for short term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single neuron acts as a linear classifier and can implement only linearly separable function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775" y="849924"/>
            <a:ext cx="10495774" cy="32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0338" y="4075606"/>
            <a:ext cx="4800600" cy="26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2818151" y="389744"/>
            <a:ext cx="41254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Linearly separable function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1222025" y="4705750"/>
            <a:ext cx="1050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 gate implementation —&gt;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01900" y="6037225"/>
            <a:ext cx="1050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875500" y="5672450"/>
            <a:ext cx="10506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change the bias to -1.5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becomes an AND gate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824" y="1719094"/>
            <a:ext cx="5049733" cy="318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4572000" y="644577"/>
            <a:ext cx="4856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Linearly non separable function </a:t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3889" y="1617445"/>
            <a:ext cx="619125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/>
          <p:nvPr/>
        </p:nvSpPr>
        <p:spPr>
          <a:xfrm>
            <a:off x="1276750" y="5088773"/>
            <a:ext cx="10506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implement a linearly non separable function, we need multi layer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network. The above is the implementation of linearly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separable XOR function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852" y="0"/>
            <a:ext cx="11478296" cy="456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9390" y="4562153"/>
            <a:ext cx="9054060" cy="2003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469" y="1591912"/>
            <a:ext cx="9338872" cy="367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656" y="1140341"/>
            <a:ext cx="11377534" cy="457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715" y="344981"/>
            <a:ext cx="11242624" cy="275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380" y="3164092"/>
            <a:ext cx="4991100" cy="334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823" y="51615"/>
            <a:ext cx="11722308" cy="339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7337" y="3775325"/>
            <a:ext cx="9077325" cy="2985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381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4031969"/>
            <a:ext cx="6096000" cy="272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0217" y="4010608"/>
            <a:ext cx="3253022" cy="276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0494"/>
            <a:ext cx="12192000" cy="3258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22" y="3597644"/>
            <a:ext cx="4928863" cy="3253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833" y="164893"/>
            <a:ext cx="11497456" cy="2533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893102"/>
            <a:ext cx="12192000" cy="3964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326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495105"/>
            <a:ext cx="12192000" cy="3267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814" y="524656"/>
            <a:ext cx="11736371" cy="572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</Words>
  <Application>Microsoft Office PowerPoint</Application>
  <PresentationFormat>Widescreen</PresentationFormat>
  <Paragraphs>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Introduction to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1</cp:revision>
  <dcterms:created xsi:type="dcterms:W3CDTF">2025-04-06T18:45:26Z</dcterms:created>
  <dcterms:modified xsi:type="dcterms:W3CDTF">2025-11-13T05:45:02Z</dcterms:modified>
</cp:coreProperties>
</file>